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1049E-EBE8-46D6-B92E-A7BC09CB4E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4FC25-6AFB-4EA4-9661-0A30F6F9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399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4FC25-6AFB-4EA4-9661-0A30F6F9088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18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B5CB-6206-49D7-117A-F9EBECAB4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E5A2A-7EF1-E09C-9FB6-6B56174D5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FE34-4A0B-251A-1EC7-E95A0AF8A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FC513-56D4-7D1F-5891-FE5C5021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6BDFC-767F-C334-0178-F6B897D0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1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BACB-6E77-F20F-21D7-BA751BC9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A5B7B-0BE8-437C-1E25-000A029EA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C5B31-798F-7E21-9E3C-03BD8135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ECB46-0BCA-BF78-835E-B7BCC7DE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1ECD5-4D10-77A6-E822-D94188CC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66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6F68-18EE-D2A9-C07C-85CFBC39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64157-FADC-3BA8-09D6-5AB172417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652FE-794C-FB97-BC9C-348C1FB9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B5FB6-C4FD-1679-0750-0B44565D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1D23B-8EE5-DDD6-72BE-4B59ACCD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481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DB8A-A885-3C7C-313E-B2043200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3134-61D5-EE15-827B-F87FF0DB1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EA6F3-0819-0038-C8C5-56B789B9F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1ACE6-3F4E-769C-02F8-4F8C2552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DC586-0422-4C47-C84A-EDBC7AD3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00890-73F5-75FE-A0A5-11D0992B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62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6350-0674-5E1C-6216-5C92559F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8F25D-50F2-A18F-96AC-C31C9474A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48EA1-D4A1-E03E-2CE2-FC10B145C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CD78D-939A-EA92-6CF8-2C88B6258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E254C-FE42-5B6B-E489-96FA78D55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D992A-4FBE-3426-B3AD-F614F8A3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CB7F6D-971E-415E-E22D-33FB9CA8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CCD8-4B4D-E135-7D1B-42E15ED7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492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DDB2-E373-DF25-773E-25612C39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4DBFF-F9EF-9DE1-A1E3-968C1CD9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B77E8-8360-AA55-A903-34973C1F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48195-7BA7-EB0A-3190-8231D71B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50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964A1-BDDB-3765-7D9A-2B2B64F1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D8D14-BDC0-A833-3977-26A1DD93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3F89-38EB-4E94-F9DB-1B93BD18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228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5263-B29E-D0A8-16F6-CBE3B6B7A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04E25-0DB3-7BDC-BDE4-4C064C75B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328CE-5EA9-20CA-CEEE-AAD3E0264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10B11-C21F-DA83-27A7-3623901B1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93358-86B2-CE82-CF63-1D227405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5FD29-E3F4-864E-8C41-FA875A43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40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B331-283D-B4CC-BECC-3B572D6E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1A0971-F74C-6A0E-0ED3-604912D6F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C9F57-99EF-5EAA-5316-0C299447D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EACFB-7AD4-2BA7-571B-E2D2900E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DF941-F580-AC7C-34D4-52BF7C70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78F31-584B-36F8-7491-D466B5ED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66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82ED3-2ACD-0712-04DA-BA323DEB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96F27-BBA2-B09A-D2E4-085155E3A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BFB50-7479-7AAD-3061-A9BCBC49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D2447-F395-6AD1-1D25-41F7783A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9C2B5-39B9-AF1C-B8B1-F3606E88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5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6F484-8502-55CA-566C-7D82584BD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BB95A-E9B3-7481-4ACE-3531598FE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E79B0-26E0-BF19-CC4B-9FE13C94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DE29E-2931-4886-4981-5DB18FDE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410E4-0CFC-D5B7-BDBA-244C8534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13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C7DF0-2272-FB04-5E09-99C33E1A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54CC2-7296-3C37-BC33-66F1B3CB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7DC8-BD8E-C2C3-0F09-3AAC04950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1F9EC-05D1-4165-849C-ECC9650BDA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01986-1618-C1B6-DE51-80374C986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12EEF-D923-CEA9-9F65-FA65054A5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D2381-8187-4CB3-B1D3-6E4416D03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2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A338183-26A1-28AC-18CC-BAEED1493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245187"/>
            <a:ext cx="9144000" cy="1655762"/>
          </a:xfrm>
        </p:spPr>
        <p:txBody>
          <a:bodyPr/>
          <a:lstStyle/>
          <a:p>
            <a:r>
              <a:rPr lang="en-IN" sz="4400" dirty="0"/>
              <a:t>Business Performance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603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F0B4-3C2C-050A-8324-B56BBCA59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pPr algn="ctr"/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FACE4-35C3-D580-2F9B-627D27138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6"/>
            <a:ext cx="10515600" cy="476111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IN" sz="2000" dirty="0"/>
              <a:t>Track revenue ,customer behaviour, monthly growth </a:t>
            </a:r>
          </a:p>
          <a:p>
            <a:r>
              <a:rPr lang="en-IN" sz="2000" dirty="0"/>
              <a:t>Contains KPI cards, RFM matrix, Donut chart, Customer count, Mom Growth trend</a:t>
            </a:r>
            <a:r>
              <a:rPr lang="en-IN" dirty="0"/>
              <a:t>                                                                            </a:t>
            </a:r>
          </a:p>
          <a:p>
            <a:pPr marL="0" indent="0">
              <a:buNone/>
            </a:pPr>
            <a:r>
              <a:rPr lang="en-IN" dirty="0"/>
              <a:t>         </a:t>
            </a:r>
            <a:br>
              <a:rPr lang="en-IN" dirty="0"/>
            </a:br>
            <a:r>
              <a:rPr lang="en-IN" dirty="0"/>
              <a:t>        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7B331-18FD-12E5-DD02-3E135D2CC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25" y="2290916"/>
            <a:ext cx="10145555" cy="36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8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B192-23A0-268E-9C62-70B536E7E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8181" y="886797"/>
            <a:ext cx="5387207" cy="4974253"/>
          </a:xfrm>
          <a:ln>
            <a:solidFill>
              <a:schemeClr val="bg2">
                <a:lumMod val="1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600" b="1" dirty="0"/>
              <a:t>After Month Selection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Updates to selected Month Revenue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Calculated MoM Growth % of the selected Month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Calculated % of the target for the selected month 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6EB2F-446B-98E7-FFB3-5C62785DA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894735"/>
            <a:ext cx="4784264" cy="4974253"/>
          </a:xfrm>
          <a:ln>
            <a:solidFill>
              <a:schemeClr val="bg2">
                <a:lumMod val="10000"/>
              </a:schemeClr>
            </a:solidFill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Current State ( No Month Selected)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Overall Revenue for all months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No reference Month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Blank for MOM Growth % and Target Achievement %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2E370F-8A8F-86E5-75C6-04E5AC430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116" y="1334497"/>
            <a:ext cx="2705334" cy="16079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01FD8F-B69A-E084-EFF2-5A974C3A5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013" y="1212566"/>
            <a:ext cx="2781541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4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3AD547-DCEA-AA38-F180-A26669290F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3982" y="1135551"/>
            <a:ext cx="2731270" cy="39598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185C7-C2D0-147E-3FF6-610B3C6A0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0" y="1135551"/>
            <a:ext cx="3812818" cy="4351338"/>
          </a:xfrm>
        </p:spPr>
        <p:txBody>
          <a:bodyPr/>
          <a:lstStyle/>
          <a:p>
            <a:r>
              <a:rPr lang="en-IN" dirty="0"/>
              <a:t>Champions and loyal customers contribute most revenue </a:t>
            </a:r>
          </a:p>
          <a:p>
            <a:r>
              <a:rPr lang="en-IN" dirty="0"/>
              <a:t>At-Risk/Need Attention segments need attention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7D722D-2914-CD73-6DDE-73C1A9918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642" y="1428342"/>
            <a:ext cx="2339543" cy="376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7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048F-CCD2-AEBB-B1C9-1D3EA5F7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pPr algn="ctr"/>
            <a:r>
              <a:rPr lang="en-IN" dirty="0"/>
              <a:t>Filters &amp; Interactive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3BD77-0F81-C538-CF98-E76E95542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510"/>
            <a:ext cx="10515600" cy="4741453"/>
          </a:xfrm>
        </p:spPr>
        <p:txBody>
          <a:bodyPr/>
          <a:lstStyle/>
          <a:p>
            <a:r>
              <a:rPr lang="en-IN" dirty="0"/>
              <a:t>Filters :</a:t>
            </a:r>
          </a:p>
          <a:p>
            <a:pPr marL="0" indent="0">
              <a:buNone/>
            </a:pPr>
            <a:r>
              <a:rPr lang="en-IN" dirty="0"/>
              <a:t>       Segment, Country, Year-Month</a:t>
            </a:r>
            <a:br>
              <a:rPr lang="en-IN" dirty="0"/>
            </a:br>
            <a:r>
              <a:rPr lang="en-IN" dirty="0"/>
              <a:t>        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0DD68A-84FB-78D0-3809-79FD71B07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10" y="1612490"/>
            <a:ext cx="3330229" cy="1681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7DE231-E551-64FF-71A3-27CDA5D88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645" y="3006520"/>
            <a:ext cx="3414056" cy="283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64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9512-7905-B177-AE3F-A3D4237DE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0322-E491-FCCC-03EE-9E8803D82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329"/>
            <a:ext cx="10515600" cy="4613634"/>
          </a:xfrm>
        </p:spPr>
        <p:txBody>
          <a:bodyPr/>
          <a:lstStyle/>
          <a:p>
            <a:r>
              <a:rPr lang="en-IN" dirty="0"/>
              <a:t>Dashboard provide clear view of revenue , customer behaviour, growth trends</a:t>
            </a:r>
          </a:p>
          <a:p>
            <a:r>
              <a:rPr lang="en-IN" dirty="0"/>
              <a:t>KPI cards give quick insights</a:t>
            </a:r>
          </a:p>
          <a:p>
            <a:r>
              <a:rPr lang="en-IN" dirty="0"/>
              <a:t>Interactive RFM matrix and segment-wise  visuals identify top-performing and at-risk customer segments</a:t>
            </a:r>
          </a:p>
          <a:p>
            <a:r>
              <a:rPr lang="en-IN" dirty="0"/>
              <a:t>Filters allow easy drill-down and analysis</a:t>
            </a:r>
          </a:p>
          <a:p>
            <a:r>
              <a:rPr lang="en-IN" dirty="0"/>
              <a:t>Supports data-driven business decisions and help focus on high-value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196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155</Words>
  <Application>Microsoft Office PowerPoint</Application>
  <PresentationFormat>Widescreen</PresentationFormat>
  <Paragraphs>35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Dashboard Overview</vt:lpstr>
      <vt:lpstr>PowerPoint Presentation</vt:lpstr>
      <vt:lpstr>PowerPoint Presentation</vt:lpstr>
      <vt:lpstr>Filters &amp; Interactive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Midhula R</dc:creator>
  <cp:lastModifiedBy>Midhula R</cp:lastModifiedBy>
  <cp:revision>3</cp:revision>
  <dcterms:created xsi:type="dcterms:W3CDTF">2026-02-08T08:19:51Z</dcterms:created>
  <dcterms:modified xsi:type="dcterms:W3CDTF">2026-02-11T10:59:39Z</dcterms:modified>
</cp:coreProperties>
</file>